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4630400" cy="8229600"/>
  <p:notesSz cx="8229600" cy="14630400"/>
  <p:embeddedFontLst>
    <p:embeddedFont>
      <p:font typeface="Heebo Light" pitchFamily="2" charset="-79"/>
      <p:regular r:id="rId17"/>
    </p:embeddedFont>
    <p:embeddedFont>
      <p:font typeface="Montserrat" panose="00000500000000000000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2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8772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1038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Collaborative Whiteboard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868103"/>
            <a:ext cx="7556421" cy="1599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web-based drawing and chat application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enabling instant collaboration.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280190" y="448615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10420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6756440" y="5722263"/>
            <a:ext cx="310479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83737"/>
            <a:ext cx="119428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 to Collaborative Whiteboards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23267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5275183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5310545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a collaborative whiteboard?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30906" y="6155293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 online space to draw and chat simultaneously.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35893" y="523267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0963" y="5275183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3008" y="53105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build one?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973008" y="5800963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Enhances remote teamwork and visual communication.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9677995" y="523267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3065" y="5275183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415111" y="53105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goals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415111" y="5800963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Real-time drawing, room-based collaboration, live chat.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63263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React.js for responsive UI and interactivity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4396859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Node.js with Express for REST API and server logic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Realtime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4396859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Socket.IO for live communication and data sync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Database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3638" y="4396859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MongoDB stores room and user data efficiently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7067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Features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619613"/>
            <a:ext cx="3664863" cy="2490192"/>
          </a:xfrm>
          <a:prstGeom prst="roundRect">
            <a:avLst>
              <a:gd name="adj" fmla="val 3826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8540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Drawing Tools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344466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Pen and eraser for flexible input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514624" y="4149566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Color picker and brush size adjustment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2619613"/>
            <a:ext cx="3664863" cy="2490192"/>
          </a:xfrm>
          <a:prstGeom prst="roundRect">
            <a:avLst>
              <a:gd name="adj" fmla="val 3826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06301" y="2854047"/>
            <a:ext cx="28753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Room Management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406301" y="3344466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Create rooms with unique codes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406301" y="4149566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Clear canvas option per room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336619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14624" y="55710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 Functionality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514624" y="6061472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Live messaging integrated within each room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90130"/>
            <a:ext cx="62198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Using React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03907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3081576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31169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components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30906" y="3607356"/>
            <a:ext cx="28994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CreateRoom.js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530906" y="4049554"/>
            <a:ext cx="28994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Whiteboard.js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530906" y="4491752"/>
            <a:ext cx="28994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ChatBox.js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4713803" y="303907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8874" y="3081576"/>
            <a:ext cx="340162" cy="42529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50919" y="31169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 Management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5450919" y="3607356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Using React hooks for synchronous UI updates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793790" y="530828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860" y="5350788"/>
            <a:ext cx="340162" cy="42529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30906" y="53861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Socket.IO Client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1530906" y="587656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Handles real-time events and bidirectional communication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4172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 With Node.js and Express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199448"/>
            <a:ext cx="3664863" cy="2039422"/>
          </a:xfrm>
          <a:prstGeom prst="roundRect">
            <a:avLst>
              <a:gd name="adj" fmla="val 4671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3433882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Room Management API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4278630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CRUD endpoints for creating and managing rooms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3199448"/>
            <a:ext cx="3664863" cy="2039422"/>
          </a:xfrm>
          <a:prstGeom prst="roundRect">
            <a:avLst>
              <a:gd name="adj" fmla="val 4671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34338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Database Schema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3924300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MongoDB schema defines room structure and metadata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465683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700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Modular Design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6190536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Controllers and routes separated for maintainability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98276"/>
            <a:ext cx="73661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Socket.IO Real-Time Layer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472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Events Handled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14170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Room join and leave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58390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Drawing synchronization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02610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Chat messaging broadcast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46830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Canvas clear commands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02863"/>
            <a:ext cx="79212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MongoDB Database Design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Schema Details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Stores room code, creator ID, and timestamps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Extensibility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Easy to add user tracking and other features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321254"/>
            <a:ext cx="57883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Testing &amp; Live Demo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37019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5412700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54480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30906" y="5938480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Shows live drawing and chatting synchronization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457003" y="537019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2074" y="5412700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94119" y="5448062"/>
            <a:ext cx="28878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Edge Case Handling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194119" y="5938480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Invalid room join attempts managed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8194119" y="6380678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Fixes for duplicate room IDs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9846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18423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Installation Steps</a:t>
            </a:r>
            <a:endParaRPr lang="en-US" sz="3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352681"/>
            <a:ext cx="793790" cy="95261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25704" y="351139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Clone Repository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1825704" y="3854648"/>
            <a:ext cx="1201090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git clone ...</a:t>
            </a:r>
            <a:endParaRPr lang="en-US" sz="12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305300"/>
            <a:ext cx="793790" cy="95261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25704" y="4464010"/>
            <a:ext cx="271736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Client Dependencies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1825704" y="4807268"/>
            <a:ext cx="1201090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cd client &amp;&amp; npm install</a:t>
            </a:r>
            <a:endParaRPr lang="en-US" sz="12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257919"/>
            <a:ext cx="793790" cy="95261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825704" y="5416629"/>
            <a:ext cx="276379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Server Dependencies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1825704" y="5759887"/>
            <a:ext cx="1201090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cd server &amp;&amp; npm install</a:t>
            </a:r>
            <a:endParaRPr lang="en-US" sz="12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6210538"/>
            <a:ext cx="793790" cy="95261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825704" y="636924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 Application</a:t>
            </a:r>
            <a:endParaRPr lang="en-US" sz="1550" dirty="0"/>
          </a:p>
        </p:txBody>
      </p:sp>
      <p:sp>
        <p:nvSpPr>
          <p:cNvPr id="15" name="Text 8"/>
          <p:cNvSpPr/>
          <p:nvPr/>
        </p:nvSpPr>
        <p:spPr>
          <a:xfrm>
            <a:off x="1825704" y="6712506"/>
            <a:ext cx="1201090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npm start (for both client and server)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793790" y="7341751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Ensure MongoDB is running before starting the app.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57225"/>
            <a:ext cx="6972776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procedure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509742" y="1601272"/>
            <a:ext cx="22860" cy="5971103"/>
          </a:xfrm>
          <a:prstGeom prst="roundRect">
            <a:avLst>
              <a:gd name="adj" fmla="val 375070"/>
            </a:avLst>
          </a:prstGeom>
          <a:solidFill>
            <a:srgbClr val="4A2C85"/>
          </a:solidFill>
          <a:ln/>
        </p:spPr>
      </p:sp>
      <p:sp>
        <p:nvSpPr>
          <p:cNvPr id="5" name="Shape 2"/>
          <p:cNvSpPr/>
          <p:nvPr/>
        </p:nvSpPr>
        <p:spPr>
          <a:xfrm>
            <a:off x="6716494" y="1819394"/>
            <a:ext cx="612338" cy="22860"/>
          </a:xfrm>
          <a:prstGeom prst="roundRect">
            <a:avLst>
              <a:gd name="adj" fmla="val 375070"/>
            </a:avLst>
          </a:prstGeom>
          <a:solidFill>
            <a:srgbClr val="4A2C85"/>
          </a:solidFill>
          <a:ln/>
        </p:spPr>
      </p:sp>
      <p:sp>
        <p:nvSpPr>
          <p:cNvPr id="6" name="Shape 3"/>
          <p:cNvSpPr/>
          <p:nvPr/>
        </p:nvSpPr>
        <p:spPr>
          <a:xfrm>
            <a:off x="6280130" y="1601272"/>
            <a:ext cx="459224" cy="459224"/>
          </a:xfrm>
          <a:prstGeom prst="roundRect">
            <a:avLst>
              <a:gd name="adj" fmla="val 18671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56628" y="1639491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530465" y="1639491"/>
            <a:ext cx="6306145" cy="114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1 (Madhesh) creates a room by clicking the Create button, which generates a unique room code.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716494" y="3414236"/>
            <a:ext cx="612338" cy="22860"/>
          </a:xfrm>
          <a:prstGeom prst="roundRect">
            <a:avLst>
              <a:gd name="adj" fmla="val 375070"/>
            </a:avLst>
          </a:prstGeom>
          <a:solidFill>
            <a:srgbClr val="4A2C85"/>
          </a:solidFill>
          <a:ln/>
        </p:spPr>
      </p:sp>
      <p:sp>
        <p:nvSpPr>
          <p:cNvPr id="10" name="Shape 7"/>
          <p:cNvSpPr/>
          <p:nvPr/>
        </p:nvSpPr>
        <p:spPr>
          <a:xfrm>
            <a:off x="6280130" y="3196114"/>
            <a:ext cx="459224" cy="459224"/>
          </a:xfrm>
          <a:prstGeom prst="roundRect">
            <a:avLst>
              <a:gd name="adj" fmla="val 18671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56628" y="3234333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530465" y="3234333"/>
            <a:ext cx="6306145" cy="114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2 (Pablo) joins the room using the unique code generated during room creation.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716494" y="5009078"/>
            <a:ext cx="612338" cy="22860"/>
          </a:xfrm>
          <a:prstGeom prst="roundRect">
            <a:avLst>
              <a:gd name="adj" fmla="val 375070"/>
            </a:avLst>
          </a:prstGeom>
          <a:solidFill>
            <a:srgbClr val="4A2C85"/>
          </a:solidFill>
          <a:ln/>
        </p:spPr>
      </p:sp>
      <p:sp>
        <p:nvSpPr>
          <p:cNvPr id="14" name="Shape 11"/>
          <p:cNvSpPr/>
          <p:nvPr/>
        </p:nvSpPr>
        <p:spPr>
          <a:xfrm>
            <a:off x="6280130" y="4790956"/>
            <a:ext cx="459224" cy="459224"/>
          </a:xfrm>
          <a:prstGeom prst="roundRect">
            <a:avLst>
              <a:gd name="adj" fmla="val 18671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56628" y="4829175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530465" y="4829175"/>
            <a:ext cx="6306145" cy="76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Once both users are in the room, they have access to the shared whiteboard.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6716494" y="6221135"/>
            <a:ext cx="612338" cy="22860"/>
          </a:xfrm>
          <a:prstGeom prst="roundRect">
            <a:avLst>
              <a:gd name="adj" fmla="val 375070"/>
            </a:avLst>
          </a:prstGeom>
          <a:solidFill>
            <a:srgbClr val="4A2C85"/>
          </a:solidFill>
          <a:ln/>
        </p:spPr>
      </p:sp>
      <p:sp>
        <p:nvSpPr>
          <p:cNvPr id="18" name="Shape 15"/>
          <p:cNvSpPr/>
          <p:nvPr/>
        </p:nvSpPr>
        <p:spPr>
          <a:xfrm>
            <a:off x="6280130" y="6003012"/>
            <a:ext cx="459224" cy="459224"/>
          </a:xfrm>
          <a:prstGeom prst="roundRect">
            <a:avLst>
              <a:gd name="adj" fmla="val 18671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56628" y="6041231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7530465" y="6041231"/>
            <a:ext cx="6306145" cy="1531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whiteboard includes multiple tools such as chat, brush size adjustment, color picker, eraser, and a clear canvas button.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808434"/>
            <a:ext cx="87813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Sample Screenshots Showcase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185737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Explore key features of our collaborative whiteboard through these practical screenshots demonstrating user experience and interface elements.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10" y="2984302"/>
            <a:ext cx="4221480" cy="422148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4341" y="2984302"/>
            <a:ext cx="4221599" cy="4221599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7391" y="2984302"/>
            <a:ext cx="4221599" cy="42215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399580"/>
            <a:ext cx="70163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Whiteboard Screenshots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44852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Visual preview of key features and user interactions in our real-time collaborative whiteboard.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0436" y="3212544"/>
            <a:ext cx="3734038" cy="340233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5926" y="3212544"/>
            <a:ext cx="3734038" cy="34023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9979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You!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4873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We appreciate your time and attention.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76678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If you have any questions or feedback, please feel free to reach out.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467</Words>
  <Application>Microsoft Office PowerPoint</Application>
  <PresentationFormat>Custom</PresentationFormat>
  <Paragraphs>101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Montserrat</vt:lpstr>
      <vt:lpstr>Heebo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hemasree S</cp:lastModifiedBy>
  <cp:revision>2</cp:revision>
  <dcterms:created xsi:type="dcterms:W3CDTF">2025-05-02T13:49:14Z</dcterms:created>
  <dcterms:modified xsi:type="dcterms:W3CDTF">2025-05-02T13:52:19Z</dcterms:modified>
</cp:coreProperties>
</file>